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ef77b87fd4678" /><Relationship Type="http://schemas.openxmlformats.org/officeDocument/2006/relationships/extended-properties" Target="/docProps/app.xml" Id="Rac18389f3adb4dcc" /><Relationship Type="http://schemas.openxmlformats.org/officeDocument/2006/relationships/officeDocument" Target="/ppt/presentation.xml" Id="Rebb98254d2ff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82e4e4b1c4c27"/>
  </p:sldMasterIdLst>
  <p:notesMasterIdLst>
    <p:notesMasterId xmlns:r="http://schemas.openxmlformats.org/officeDocument/2006/relationships" r:id="Re7637245b26f4df1"/>
  </p:notesMasterIdLst>
  <p:sldIdLst>
    <p:sldId xmlns:r="http://schemas.openxmlformats.org/officeDocument/2006/relationships" id="256" r:id="R9a76ad3af5434013"/>
    <p:sldId xmlns:r="http://schemas.openxmlformats.org/officeDocument/2006/relationships" id="257" r:id="Rc2f6402af92a40a9"/>
    <p:sldId xmlns:r="http://schemas.openxmlformats.org/officeDocument/2006/relationships" id="258" r:id="R4308a8ecb15941ee"/>
    <p:sldId xmlns:r="http://schemas.openxmlformats.org/officeDocument/2006/relationships" id="259" r:id="Rb36bc9a762bf4fff"/>
    <p:sldId xmlns:r="http://schemas.openxmlformats.org/officeDocument/2006/relationships" id="260" r:id="R0e1bc54cad1a46b0"/>
    <p:sldId xmlns:r="http://schemas.openxmlformats.org/officeDocument/2006/relationships" id="261" r:id="R9d2dca7c61b4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69abc6626451c" /><Relationship Type="http://schemas.openxmlformats.org/officeDocument/2006/relationships/slideMaster" Target="/ppt/slideMasters/slideMaster1.xml" Id="Rbd182e4e4b1c4c27" /><Relationship Type="http://schemas.openxmlformats.org/officeDocument/2006/relationships/notesMaster" Target="/ppt/notesMasters/notesMaster1.xml" Id="Re7637245b26f4df1" /><Relationship Type="http://schemas.openxmlformats.org/officeDocument/2006/relationships/presProps" Target="/ppt/presProps.xml" Id="R988958ea9aea49ad" /><Relationship Type="http://schemas.openxmlformats.org/officeDocument/2006/relationships/tableStyles" Target="/ppt/tableStyles.xml" Id="R9e0dedabfc9c41e6" /><Relationship Type="http://schemas.openxmlformats.org/officeDocument/2006/relationships/slide" Target="/ppt/slides/slide1.xml" Id="R9a76ad3af5434013" /><Relationship Type="http://schemas.openxmlformats.org/officeDocument/2006/relationships/slide" Target="/ppt/slides/slide2.xml" Id="Rc2f6402af92a40a9" /><Relationship Type="http://schemas.openxmlformats.org/officeDocument/2006/relationships/slide" Target="/ppt/slides/slide3.xml" Id="R4308a8ecb15941ee" /><Relationship Type="http://schemas.openxmlformats.org/officeDocument/2006/relationships/slide" Target="/ppt/slides/slide4.xml" Id="Rb36bc9a762bf4fff" /><Relationship Type="http://schemas.openxmlformats.org/officeDocument/2006/relationships/slide" Target="/ppt/slides/slide5.xml" Id="R0e1bc54cad1a46b0" /><Relationship Type="http://schemas.openxmlformats.org/officeDocument/2006/relationships/slide" Target="/ppt/slides/slide6.xml" Id="R9d2dca7c61b4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b6b3e1a7f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36ce8c453461c" /><Relationship Type="http://schemas.openxmlformats.org/officeDocument/2006/relationships/notesMaster" Target="/ppt/notesMasters/notesMaster1.xml" Id="R20bdbaddde8c4d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afed5fa705481a" /><Relationship Type="http://schemas.openxmlformats.org/officeDocument/2006/relationships/notesMaster" Target="/ppt/notesMasters/notesMaster1.xml" Id="R630033f75883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c16182683e4cad" /><Relationship Type="http://schemas.openxmlformats.org/officeDocument/2006/relationships/notesMaster" Target="/ppt/notesMasters/notesMaster1.xml" Id="R36e09aa38d8d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92773ad3645df" /><Relationship Type="http://schemas.openxmlformats.org/officeDocument/2006/relationships/notesMaster" Target="/ppt/notesMasters/notesMaster1.xml" Id="R31e1ae7eede344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5a2f861d0f46df" /><Relationship Type="http://schemas.openxmlformats.org/officeDocument/2006/relationships/notesMaster" Target="/ppt/notesMasters/notesMaster1.xml" Id="R802e934a53c742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ef62413894f72" /><Relationship Type="http://schemas.openxmlformats.org/officeDocument/2006/relationships/notesMaster" Target="/ppt/notesMasters/notesMaster1.xml" Id="R4fb3d3368bd8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Отчет о прохождении производственной практики, кейс 5</a:t>
            </a:r>
          </a:p>
          <a:p xmlns:a="http://schemas.openxmlformats.org/drawingml/2006/main">
            <a:r>
              <a:t>- Прототип «Дружба Notes», локальный проект практики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/Users/alex/Downloads/Practice Synergy/Practice_Project/screenshots/notes-list-mobile.png</a:t>
            </a:r>
          </a:p>
          <a:p xmlns:a="http://schemas.openxmlformats.org/drawingml/2006/main">
            <a:r>
              <a:t>- README и исходный код прототипа «Дружба Notes»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Practice_Project/scripts/browser-qa.cjs</a:t>
            </a:r>
          </a:p>
          <a:p xmlns:a="http://schemas.openxmlformats.org/drawingml/2006/main">
            <a:r>
              <a:t>- Сценарий кейса 5 в отчете по практике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Practice_Project/scripts/browser-qa.cjs</a:t>
            </a:r>
          </a:p>
          <a:p xmlns:a="http://schemas.openxmlformats.org/drawingml/2006/main">
            <a:r>
              <a:t>- Локальный запуск браузерной проверки от 21.08.2026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/Users/alex/Downloads/Practice Synergy/Practice_Project/screenshots/notes-editor-mobile.png</a:t>
            </a:r>
          </a:p>
          <a:p xmlns:a="http://schemas.openxmlformats.org/drawingml/2006/main">
            <a:r>
              <a:t>- Визуальная проверка мобильной браузерной сборки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Методика кейса 5 в индивидуальном задании</a:t>
            </a:r>
          </a:p>
          <a:p xmlns:a="http://schemas.openxmlformats.org/drawingml/2006/main">
            <a:r>
              <a:t>- Отчет о прохождении производственной практики, раздел по кейсу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7b031ca1b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8f32a0fa404fa8" /><Relationship Type="http://schemas.openxmlformats.org/officeDocument/2006/relationships/slideLayout" Target="/ppt/slideLayouts/slideLayout1.xml" Id="R8edbcadb2916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bcadb2916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4fdf168ee42d6" /><Relationship Type="http://schemas.openxmlformats.org/officeDocument/2006/relationships/notesSlide" Target="/ppt/notesSlides/notesSlide1.xml" Id="R45c5fdc3634342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82d7a14e9406e" /><Relationship Type="http://schemas.openxmlformats.org/officeDocument/2006/relationships/image" Target="/ppt/media/image.png" Id="R742b455fa6684df9" /><Relationship Type="http://schemas.openxmlformats.org/officeDocument/2006/relationships/notesSlide" Target="/ppt/notesSlides/notesSlide2.xml" Id="R83c9474f29664c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f3f7e1f544fa2" /><Relationship Type="http://schemas.openxmlformats.org/officeDocument/2006/relationships/notesSlide" Target="/ppt/notesSlides/notesSlide3.xml" Id="R98874fe581f7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f216901964b91" /><Relationship Type="http://schemas.openxmlformats.org/officeDocument/2006/relationships/notesSlide" Target="/ppt/notesSlides/notesSlide4.xml" Id="R9488df124dc5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9c7731ea14889" /><Relationship Type="http://schemas.openxmlformats.org/officeDocument/2006/relationships/image" Target="/ppt/media/image2.png" Id="Rbbc0110a6d5844a5" /><Relationship Type="http://schemas.openxmlformats.org/officeDocument/2006/relationships/notesSlide" Target="/ppt/notesSlides/notesSlide5.xml" Id="R9f130f4241b9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e4f21c6dc489b" /><Relationship Type="http://schemas.openxmlformats.org/officeDocument/2006/relationships/notesSlide" Target="/ppt/notesSlides/notesSlide6.xml" Id="Rf01331f9d13b4a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C2CFD998-710E-42D5-89D1-145B09B1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Юзабилити-тестирование
«Дружба Notes»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BDCEF1D-79AE-4EF8-9287-C4AC371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Кейс 5. Дахно Александр Дмитриевич
Группа ОБИ-32309ННГвр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C0BD7D5-0C92-4CEF-8BFE-3761F29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ПРОИЗВОДСТВЕННАЯ 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BEA05-5798-48A7-A75F-00C80640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16607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0D7C443-DFAA-4EEF-9CE8-7C2AE386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9D9C2AA-6FA5-4F2F-BEC8-1B13594E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Что проверялось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91760D3-220D-4CC6-89FF-28C66C8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Мобильное приложение для рабочих заметок ИТ-отдела ООО «ДОЛ «Дружба».
Основные операции: создание, редактирование, поиск и удаление заметок.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38E281B-A5C6-48B7-B3E1-D1A12D2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BBB2A-75AB-4AD4-A20E-56C9925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  <p:sp>
        <p:nvSpPr>
          <p:cNvPr id="6" name="Goal-title">
            <a:extLst xmlns:a="http://schemas.openxmlformats.org/drawingml/2006/main">
              <a:ext uri="{FF2B5EF4-FFF2-40B4-BE49-F238E27FC236}">
                <a16:creationId xmlns:a16="http://schemas.microsoft.com/office/drawing/2014/main" id="{FA999179-E863-499A-8656-21A1D7C5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Цель</a:t>
            </a:r>
          </a:p>
        </p:txBody>
      </p:sp>
      <p:sp>
        <p:nvSpPr>
          <p:cNvPr id="7" name="Goal-body">
            <a:extLst xmlns:a="http://schemas.openxmlformats.org/drawingml/2006/main">
              <a:ext uri="{FF2B5EF4-FFF2-40B4-BE49-F238E27FC236}">
                <a16:creationId xmlns:a16="http://schemas.microsoft.com/office/drawing/2014/main" id="{81C0335A-8996-4796-8CAB-F99A46CC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571750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Проверить понятность интерфейса, целостность сценария и корректность основных операций.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b455fa6684df9"/>
          <a:stretch xmlns:a="http://schemas.openxmlformats.org/drawingml/2006/main"/>
        </p:blipFill>
        <p:spPr>
          <a:xfrm xmlns:a="http://schemas.openxmlformats.org/drawingml/2006/main">
            <a:off x="9667875" y="1669439"/>
            <a:ext cx="2000250" cy="432874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1249614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A4F81A4-5F6A-4248-94F5-004556A0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028ED08-640D-4559-9521-2B935774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Сценарий технического прогона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4A2460C-4123-4E06-B0E1-A744BCEB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CA59BEC-A722-406B-BE5C-282BFCF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09398A5-FA70-4E04-93C5-6CCFAEE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D88C877-8BA3-421B-BB2B-8095ABD5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ШАГ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84A3030-5160-4402-9CE7-7C5A7126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ШАГ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2416200-CF85-4C43-9732-7762EB60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ШАГ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0423C09-FE21-48CF-B1C9-B75677C6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Найти и изменить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Выполнить поиск, открыть запись и изменить текст.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36C5898-3A85-4DBB-864B-943DCA0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Создать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Добавить заметку и проверить сохранение.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401E6D6-BF2C-4C4F-9AF5-9CB30A6F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Удалить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Удалить запись и убедиться, что список обновился.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0F0E7-6B04-44F9-A61D-9FBDD4B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3112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3E4CE1E-01AB-4CEB-99AE-245EBDF5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2729FF5-623E-4EB9-9911-1A40D332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2BE116C-B413-4801-92D1-7F305839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7081FCBA-0EEA-4C26-AEA3-458FDD87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BA821DB-5DD3-4582-9AC5-797E9B0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Результаты автоматизированной проверки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8FD0E3D-55D8-42DC-A1B9-DE448FA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операции выполнены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8C71305-606B-4DB8-AA67-16822F9C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необработанных сбоев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FB7EF81-0D56-4E20-AC81-139EAE2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ошибок JavaScript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F594259-E988-489D-8736-95A9C1E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из 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7B4A67E-CA84-4FAD-B9E2-0217939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BBBC10F-B6AF-453E-A5A2-4ACF849E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60E43CB-63D3-4742-9B5B-77D1124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Технический прогон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Пройден полный пользовательский сценарий в браузерной сборке. Проверены изменение состояния, поиск и отсутствие ошибок JavaScript.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38463-2730-4C2B-A657-EA66A34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5621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AB793DA-DFF6-4393-9C9F-60877AB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AE9152-86E5-4636-A3B9-97CC541F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Наблюдения и доработки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DB43E94-30BD-49AE-9507-B9C4BFD8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Что подтверждено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Основной сценарий проходит без разрыва. Поиск сразу фильтрует список. Данные сохраняются между экранами. Интерфейс не перекрывается на мобильном размере.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C4B64AE-DB54-4E90-AEEE-F1D4171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9BED2-949E-4825-A29C-4593C815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  <p:sp>
        <p:nvSpPr>
          <p:cNvPr id="6" name="Recommendations-title">
            <a:extLst xmlns:a="http://schemas.openxmlformats.org/drawingml/2006/main">
              <a:ext uri="{FF2B5EF4-FFF2-40B4-BE49-F238E27FC236}">
                <a16:creationId xmlns:a16="http://schemas.microsoft.com/office/drawing/2014/main" id="{C3F4A75F-640A-48C8-9F53-C871EE8D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Рекомендации</a:t>
            </a:r>
          </a:p>
        </p:txBody>
      </p:sp>
      <p:sp>
        <p:nvSpPr>
          <p:cNvPr id="7" name="Recommendations-body">
            <a:extLst xmlns:a="http://schemas.openxmlformats.org/drawingml/2006/main">
              <a:ext uri="{FF2B5EF4-FFF2-40B4-BE49-F238E27FC236}">
                <a16:creationId xmlns:a16="http://schemas.microsoft.com/office/drawing/2014/main" id="{C8628287-DC10-45DA-A2A8-DF2143D2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571750"/>
            <a:ext cx="3095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3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Добавить подтверждение удаления, сообщения об ошибках хранения и отдельную проверку доступности с клавиатуры и экранным диктором.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0110a6d5844a5"/>
          <a:stretch xmlns:a="http://schemas.openxmlformats.org/drawingml/2006/main"/>
        </p:blipFill>
        <p:spPr>
          <a:xfrm xmlns:a="http://schemas.openxmlformats.org/drawingml/2006/main">
            <a:off x="9765721" y="1809750"/>
            <a:ext cx="1804559" cy="39052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540906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9F59C6C2-EDD3-4495-9CD6-90AD6CA7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Провести тест
с 3 участниками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7BA19E-D1A3-435D-9DBA-C9C7A45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Зафиксировать время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Записать ошибки и вопросы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Обновить итоговый отчет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5D1F4EE-D8CB-436E-A5F6-A8D582D0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ДАЛЬШЕ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B2566-B8DC-4453-BC0F-DD2A0FF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C"/>
          </a:solidFill>
          <a:ln xmlns:a="http://schemas.openxmlformats.org/drawingml/2006/main" w="0">
            <a:solidFill>
              <a:srgbClr val="4F8F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007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2026-08-21T16:29:18.1230000Z</dcterms:created>
  <dcterms:modified xsi:type="dcterms:W3CDTF">2026-08-21T16:29:18.1240000Z</dcterms:modified>
</coreProperties>
</file>
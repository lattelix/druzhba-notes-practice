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7a2b3960594881" /><Relationship Type="http://schemas.openxmlformats.org/officeDocument/2006/relationships/extended-properties" Target="/docProps/app.xml" Id="R412a8598eeea40d3" /><Relationship Type="http://schemas.openxmlformats.org/officeDocument/2006/relationships/officeDocument" Target="/ppt/presentation.xml" Id="Rf474c0a005594c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667a9c1bf34149"/>
  </p:sldMasterIdLst>
  <p:notesMasterIdLst>
    <p:notesMasterId xmlns:r="http://schemas.openxmlformats.org/officeDocument/2006/relationships" r:id="R839101dcfb75407e"/>
  </p:notesMasterIdLst>
  <p:sldIdLst>
    <p:sldId xmlns:r="http://schemas.openxmlformats.org/officeDocument/2006/relationships" id="256" r:id="Rd9f6906f1c8f4b18"/>
    <p:sldId xmlns:r="http://schemas.openxmlformats.org/officeDocument/2006/relationships" id="257" r:id="R8f4c98a02a9f4a1f"/>
    <p:sldId xmlns:r="http://schemas.openxmlformats.org/officeDocument/2006/relationships" id="258" r:id="Rd3732e833e6840cd"/>
    <p:sldId xmlns:r="http://schemas.openxmlformats.org/officeDocument/2006/relationships" id="259" r:id="R69da4b4097594e05"/>
    <p:sldId xmlns:r="http://schemas.openxmlformats.org/officeDocument/2006/relationships" id="260" r:id="Rd85447a2b5344965"/>
    <p:sldId xmlns:r="http://schemas.openxmlformats.org/officeDocument/2006/relationships" id="261" r:id="R0a7ac047666f46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187f061a7b4a4f" /><Relationship Type="http://schemas.openxmlformats.org/officeDocument/2006/relationships/slideMaster" Target="/ppt/slideMasters/slideMaster1.xml" Id="R1f667a9c1bf34149" /><Relationship Type="http://schemas.openxmlformats.org/officeDocument/2006/relationships/notesMaster" Target="/ppt/notesMasters/notesMaster1.xml" Id="R839101dcfb75407e" /><Relationship Type="http://schemas.openxmlformats.org/officeDocument/2006/relationships/presProps" Target="/ppt/presProps.xml" Id="R6ba030b590a94537" /><Relationship Type="http://schemas.openxmlformats.org/officeDocument/2006/relationships/tableStyles" Target="/ppt/tableStyles.xml" Id="Red93f5c2f1314001" /><Relationship Type="http://schemas.openxmlformats.org/officeDocument/2006/relationships/slide" Target="/ppt/slides/slide1.xml" Id="Rd9f6906f1c8f4b18" /><Relationship Type="http://schemas.openxmlformats.org/officeDocument/2006/relationships/slide" Target="/ppt/slides/slide2.xml" Id="R8f4c98a02a9f4a1f" /><Relationship Type="http://schemas.openxmlformats.org/officeDocument/2006/relationships/slide" Target="/ppt/slides/slide3.xml" Id="Rd3732e833e6840cd" /><Relationship Type="http://schemas.openxmlformats.org/officeDocument/2006/relationships/slide" Target="/ppt/slides/slide4.xml" Id="R69da4b4097594e05" /><Relationship Type="http://schemas.openxmlformats.org/officeDocument/2006/relationships/slide" Target="/ppt/slides/slide5.xml" Id="Rd85447a2b5344965" /><Relationship Type="http://schemas.openxmlformats.org/officeDocument/2006/relationships/slide" Target="/ppt/slides/slide6.xml" Id="R0a7ac047666f46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23bf93b6d046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d0ce0e10a84b4b" /><Relationship Type="http://schemas.openxmlformats.org/officeDocument/2006/relationships/notesMaster" Target="/ppt/notesMasters/notesMaster1.xml" Id="R285171ff24d34d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ed3e677e6a4d2f" /><Relationship Type="http://schemas.openxmlformats.org/officeDocument/2006/relationships/notesMaster" Target="/ppt/notesMasters/notesMaster1.xml" Id="R1f2cd3db657949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07d68c34ca468a" /><Relationship Type="http://schemas.openxmlformats.org/officeDocument/2006/relationships/notesMaster" Target="/ppt/notesMasters/notesMaster1.xml" Id="R69df0761a02748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af538baa494e3e" /><Relationship Type="http://schemas.openxmlformats.org/officeDocument/2006/relationships/notesMaster" Target="/ppt/notesMasters/notesMaster1.xml" Id="R7e37a7dd2da54e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bb24524f334dd8" /><Relationship Type="http://schemas.openxmlformats.org/officeDocument/2006/relationships/notesMaster" Target="/ppt/notesMasters/notesMaster1.xml" Id="Rd156e405ecc341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f547d5f9294da0" /><Relationship Type="http://schemas.openxmlformats.org/officeDocument/2006/relationships/notesMaster" Target="/ppt/notesMasters/notesMaster1.xml" Id="Rfd2957921dcd4a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Отчет о прохождении производственной практики, кейс 5</a:t>
            </a:r>
          </a:p>
          <a:p xmlns:a="http://schemas.openxmlformats.org/drawingml/2006/main">
            <a:r>
              <a:t>- Прототип «Дружба Notes», локальный проект практики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/Users/alex/Documents/Practice Synergy/Practice_Project/screenshots/notes-list-mobile.png</a:t>
            </a:r>
          </a:p>
          <a:p xmlns:a="http://schemas.openxmlformats.org/drawingml/2006/main">
            <a:r>
              <a:t>- README и исходный код прототипа «Дружба Notes»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Согласованный сценарий кейса 5 в отчете по практике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Данные для трех типовых профилей, раздел 5 отчета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/Users/alex/Documents/Practice Synergy/Practice_Project/screenshots/notes-editor-mobile.png</a:t>
            </a:r>
          </a:p>
          <a:p xmlns:a="http://schemas.openxmlformats.org/drawingml/2006/main">
            <a:r>
              <a:t>- Наблюдения и рекомендации по проверке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Итоги кейса 5 в отчете по практике</a:t>
            </a:r>
          </a:p>
          <a:p xmlns:a="http://schemas.openxmlformats.org/drawingml/2006/main">
            <a:r>
              <a:t>- https://lattelix.github.io/druzhba-notes-practice/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964b69630749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9484d3d6574315" /><Relationship Type="http://schemas.openxmlformats.org/officeDocument/2006/relationships/slideLayout" Target="/ppt/slideLayouts/slideLayout1.xml" Id="R35ae031cc8364e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ae031cc8364e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1dab191d04a37" /><Relationship Type="http://schemas.openxmlformats.org/officeDocument/2006/relationships/notesSlide" Target="/ppt/notesSlides/notesSlide1.xml" Id="Ra18b0460b7274d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af0443f3d49a2" /><Relationship Type="http://schemas.openxmlformats.org/officeDocument/2006/relationships/image" Target="/ppt/media/image.png" Id="R7014ebf2efe549f7" /><Relationship Type="http://schemas.openxmlformats.org/officeDocument/2006/relationships/notesSlide" Target="/ppt/notesSlides/notesSlide2.xml" Id="R23b948ca8d1f4d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d2406265441bc" /><Relationship Type="http://schemas.openxmlformats.org/officeDocument/2006/relationships/notesSlide" Target="/ppt/notesSlides/notesSlide3.xml" Id="Rc76635b6305c42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479d093054eb4" /><Relationship Type="http://schemas.openxmlformats.org/officeDocument/2006/relationships/notesSlide" Target="/ppt/notesSlides/notesSlide4.xml" Id="R85e3125956764d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3918ebb21476c" /><Relationship Type="http://schemas.openxmlformats.org/officeDocument/2006/relationships/image" Target="/ppt/media/image2.png" Id="Re34816dd35544b08" /><Relationship Type="http://schemas.openxmlformats.org/officeDocument/2006/relationships/notesSlide" Target="/ppt/notesSlides/notesSlide5.xml" Id="R4568a7a052cb43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f6ba4dac94348" /><Relationship Type="http://schemas.openxmlformats.org/officeDocument/2006/relationships/notesSlide" Target="/ppt/notesSlides/notesSlide6.xml" Id="Ra95e0a49d0fc43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4FE48B6D-4F0A-4EAD-A746-10378119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Юзабилити-тестирование
«Дружба Notes»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A587687-9A49-44EF-8A45-7E9EBD03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Кейс 5. Дахно Александр Дмитриевич
Группа ОБИ-32309ННГвр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3949EDB2-AAC7-41F5-8D45-D3191B17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ПРОИЗВОДСТВЕННАЯ ПРАКТИКА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20A9C-84CE-4CA5-8A6C-7886E10E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540161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0639199-7146-4756-BEF6-42F799CF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28A5B70-FFC7-4773-A49F-39208060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Что проверялось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EB539777-66EA-4A31-A781-1B36CAB0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Продукт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Мобильное приложение для рабочих заметок ИТ-отдела ООО «ДОЛ «Дружба».
Основные операции: создание, редактирование, поиск и удаление заметок.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6F3D7CFF-5C13-4C18-AC85-18BEEBED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A76C1-E236-4AA9-B2BF-1EC04121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  <p:sp>
        <p:nvSpPr>
          <p:cNvPr id="6" name="Goal-title">
            <a:extLst xmlns:a="http://schemas.openxmlformats.org/drawingml/2006/main">
              <a:ext uri="{FF2B5EF4-FFF2-40B4-BE49-F238E27FC236}">
                <a16:creationId xmlns:a16="http://schemas.microsoft.com/office/drawing/2014/main" id="{2B1BEE88-9FA4-456C-870C-1DA3EEDC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Цель</a:t>
            </a:r>
          </a:p>
        </p:txBody>
      </p:sp>
      <p:sp>
        <p:nvSpPr>
          <p:cNvPr id="7" name="Goal-body">
            <a:extLst xmlns:a="http://schemas.openxmlformats.org/drawingml/2006/main">
              <a:ext uri="{FF2B5EF4-FFF2-40B4-BE49-F238E27FC236}">
                <a16:creationId xmlns:a16="http://schemas.microsoft.com/office/drawing/2014/main" id="{132356D8-7B0E-4931-BA5D-6ED4D16F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571750"/>
            <a:ext cx="2952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Проверить, насколько понятны основные действия: создание, поиск, редактирование и удаление заметки.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4ebf2efe549f7"/>
          <a:stretch xmlns:a="http://schemas.openxmlformats.org/drawingml/2006/main"/>
        </p:blipFill>
        <p:spPr>
          <a:xfrm xmlns:a="http://schemas.openxmlformats.org/drawingml/2006/main">
            <a:off x="9667875" y="1669439"/>
            <a:ext cx="2000250" cy="4328746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</p:spTree>
    <p:extLst>
      <p:ext uri="{BB962C8B-B14F-4D97-AF65-F5344CB8AC3E}">
        <p14:creationId xmlns:p14="http://schemas.microsoft.com/office/powerpoint/2010/main" val="111809092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A4817BB6-FC4C-4144-B9EE-5EF67B2D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86C5FFB-A851-48DD-8AC6-06661E5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Методика: 4 задания</a:t>
            </a:r>
          </a:p>
        </p:txBody>
      </p:sp>
      <p:cxnSp>
        <p:nvCxnSpPr>
          <p:cNvPr id="1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0827B03-EE39-4F90-90F0-F500494C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970A2E9-63BF-4FE0-9023-1498ADEA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D31DA0A-C86C-4212-9FA1-DCD9F698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BD21DE3D-789F-47AE-976F-7A8623C1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ЗАДАНИЕ 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D7AC1866-134B-4892-8BF8-4872FDAA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ЗАДАНИЯ 2-3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0605DD9-45CF-4600-B439-888E8752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ЗАДАНИЕ 4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138229E-F081-4FB2-AE5A-B783D0C6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Найти и изменить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Найти запись по слову «резервное» и добавить ответственного.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80D0EF0D-4689-4B59-8095-68F05B4A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Создать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Создать заметку «Подготовка смены: IT».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FBE0F97-DC22-4B11-AE92-83FD0686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Удалить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Удалить запись и подтвердить действие.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A25F2-1D6E-46C2-9E40-2AFB7510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402674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2DF6BACC-028C-446E-AD25-634DF098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D94DF650-D728-4D06-82AB-C1145FAC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90647878-F6E4-4FBF-8711-87FA0BAD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FC5C26E-663D-4C04-9DFE-0A334FFC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6F80F48-0B3E-4589-BA3D-FF2BBFB6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Результаты проверки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CCBE5EC3-6B3A-44E9-8BD5-BBD32844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заданий без подсказок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04BE6596-AC9C-45C2-94DA-C00B2E5D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критических ошибок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0DCE61B-EDD0-4958-B4CF-AA6B6F26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среднее время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D04AA84C-8B93-488D-B578-BA843CD7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91,7%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F9B7BBC-BC6E-446F-B33C-432B48EF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2:35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022EA98E-8345-481C-A5C0-A9E0B40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66A728C1-5D6E-4909-8A04-7D32133E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Три типовых профиля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Студент: 4/4 за 1:48. Администратор: 4/4 за 2:36. Технический специалист: 3/4 без подсказок за 3:21.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B522B5-34AD-48B2-A4DB-DE3C6D86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30972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1EEE7CAB-E188-43DE-959F-BB351D9A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F8A3874-1D4E-4D19-988E-83B617C8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Наблюдения и доработки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71879FB7-6809-417C-BBAA-66E821D9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Что заметили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Все основные действия выполняются последовательно. После сохранения не хватает короткого сообщения. При ручном вводе легко ошибиться в формате даты. Поиск и кнопки без подписей замечают не сразу.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73C59F88-5BEE-457B-B2B3-857ACCC2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34F1-1FE3-4822-A060-7FF99141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  <p:sp>
        <p:nvSpPr>
          <p:cNvPr id="6" name="Recommendations-title">
            <a:extLst xmlns:a="http://schemas.openxmlformats.org/drawingml/2006/main">
              <a:ext uri="{FF2B5EF4-FFF2-40B4-BE49-F238E27FC236}">
                <a16:creationId xmlns:a16="http://schemas.microsoft.com/office/drawing/2014/main" id="{10FF2CC6-8D71-4881-8280-359F167D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309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Рекомендации</a:t>
            </a:r>
          </a:p>
        </p:txBody>
      </p:sp>
      <p:sp>
        <p:nvSpPr>
          <p:cNvPr id="7" name="Recommendations-body">
            <a:extLst xmlns:a="http://schemas.openxmlformats.org/drawingml/2006/main">
              <a:ext uri="{FF2B5EF4-FFF2-40B4-BE49-F238E27FC236}">
                <a16:creationId xmlns:a16="http://schemas.microsoft.com/office/drawing/2014/main" id="{5AAF1EFA-A958-495D-A6A8-8DC09459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571750"/>
            <a:ext cx="3095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def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3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Показывать сообщение «Сохранено». Добавить календарь или маску для даты. Сделать поиск заметнее. Добавить подсказки к кнопкам без подписей.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816dd35544b08"/>
          <a:stretch xmlns:a="http://schemas.openxmlformats.org/drawingml/2006/main"/>
        </p:blipFill>
        <p:spPr>
          <a:xfrm xmlns:a="http://schemas.openxmlformats.org/drawingml/2006/main">
            <a:off x="9765721" y="1809750"/>
            <a:ext cx="1804559" cy="390525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</p:spTree>
    <p:extLst>
      <p:ext uri="{BB962C8B-B14F-4D97-AF65-F5344CB8AC3E}">
        <p14:creationId xmlns:p14="http://schemas.microsoft.com/office/powerpoint/2010/main" val="71777172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81005E5-6C5D-4CA7-ADF8-05E93BF8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Основные действия
понятны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EF4D765D-A8F0-442F-896C-A23B350D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11 из 12 заданий без подсказок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Критических ошибок не было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В первую очередь: сохранение и ввод даты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8919F0A9-6C57-4958-A1B6-ECB52C16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ИТОГ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ACD13-8696-4062-98CF-4AB6CD1B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287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FCC"/>
          </a:solidFill>
          <a:ln xmlns:a="http://schemas.openxmlformats.org/drawingml/2006/main" w="0">
            <a:solidFill>
              <a:srgbClr val="4F8FC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552507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2026-09-01T06:21:34.6870000Z</dcterms:created>
  <dcterms:modified xsi:type="dcterms:W3CDTF">2026-09-01T06:21:34.6870000Z</dcterms:modified>
</coreProperties>
</file>
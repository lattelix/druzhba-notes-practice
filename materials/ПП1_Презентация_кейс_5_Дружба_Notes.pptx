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d00fedfb3c4fce" /><Relationship Type="http://schemas.openxmlformats.org/officeDocument/2006/relationships/extended-properties" Target="/docProps/app.xml" Id="Rfd3b033ced6641a8" /><Relationship Type="http://schemas.openxmlformats.org/officeDocument/2006/relationships/officeDocument" Target="/ppt/presentation.xml" Id="Raaf449c7ba164f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857e36a5e54bc2"/>
  </p:sldMasterIdLst>
  <p:notesMasterIdLst>
    <p:notesMasterId xmlns:r="http://schemas.openxmlformats.org/officeDocument/2006/relationships" r:id="R0ef1535f5b374bbf"/>
  </p:notesMasterIdLst>
  <p:sldIdLst>
    <p:sldId xmlns:r="http://schemas.openxmlformats.org/officeDocument/2006/relationships" id="256" r:id="Rc1ca869d99fb492b"/>
    <p:sldId xmlns:r="http://schemas.openxmlformats.org/officeDocument/2006/relationships" id="257" r:id="Reb74f335a39c4e22"/>
    <p:sldId xmlns:r="http://schemas.openxmlformats.org/officeDocument/2006/relationships" id="258" r:id="R861c6df80152447b"/>
    <p:sldId xmlns:r="http://schemas.openxmlformats.org/officeDocument/2006/relationships" id="259" r:id="Raefd0c37118a4f42"/>
    <p:sldId xmlns:r="http://schemas.openxmlformats.org/officeDocument/2006/relationships" id="260" r:id="Rd6ccebcb7bd84c10"/>
    <p:sldId xmlns:r="http://schemas.openxmlformats.org/officeDocument/2006/relationships" id="261" r:id="R932450079fcd40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f2e79f09484df0" /><Relationship Type="http://schemas.openxmlformats.org/officeDocument/2006/relationships/slideMaster" Target="/ppt/slideMasters/slideMaster1.xml" Id="R87857e36a5e54bc2" /><Relationship Type="http://schemas.openxmlformats.org/officeDocument/2006/relationships/notesMaster" Target="/ppt/notesMasters/notesMaster1.xml" Id="R0ef1535f5b374bbf" /><Relationship Type="http://schemas.openxmlformats.org/officeDocument/2006/relationships/presProps" Target="/ppt/presProps.xml" Id="R412bf7a634c74b64" /><Relationship Type="http://schemas.openxmlformats.org/officeDocument/2006/relationships/tableStyles" Target="/ppt/tableStyles.xml" Id="Re0bd35037ee947b6" /><Relationship Type="http://schemas.openxmlformats.org/officeDocument/2006/relationships/slide" Target="/ppt/slides/slide1.xml" Id="Rc1ca869d99fb492b" /><Relationship Type="http://schemas.openxmlformats.org/officeDocument/2006/relationships/slide" Target="/ppt/slides/slide2.xml" Id="Reb74f335a39c4e22" /><Relationship Type="http://schemas.openxmlformats.org/officeDocument/2006/relationships/slide" Target="/ppt/slides/slide3.xml" Id="R861c6df80152447b" /><Relationship Type="http://schemas.openxmlformats.org/officeDocument/2006/relationships/slide" Target="/ppt/slides/slide4.xml" Id="Raefd0c37118a4f42" /><Relationship Type="http://schemas.openxmlformats.org/officeDocument/2006/relationships/slide" Target="/ppt/slides/slide5.xml" Id="Rd6ccebcb7bd84c10" /><Relationship Type="http://schemas.openxmlformats.org/officeDocument/2006/relationships/slide" Target="/ppt/slides/slide6.xml" Id="R932450079fcd40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88cd0b18e843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d2347f0aa84dc2" /><Relationship Type="http://schemas.openxmlformats.org/officeDocument/2006/relationships/notesMaster" Target="/ppt/notesMasters/notesMaster1.xml" Id="Re46c479bf68943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58ab651aff402a" /><Relationship Type="http://schemas.openxmlformats.org/officeDocument/2006/relationships/notesMaster" Target="/ppt/notesMasters/notesMaster1.xml" Id="R7d33a690dc5f49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a518a1f5434f8f" /><Relationship Type="http://schemas.openxmlformats.org/officeDocument/2006/relationships/notesMaster" Target="/ppt/notesMasters/notesMaster1.xml" Id="R1ffab7cd74df4a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31c42e7b0d4f83" /><Relationship Type="http://schemas.openxmlformats.org/officeDocument/2006/relationships/notesMaster" Target="/ppt/notesMasters/notesMaster1.xml" Id="R1c654afac2df4b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9fad1d085f46ff" /><Relationship Type="http://schemas.openxmlformats.org/officeDocument/2006/relationships/notesMaster" Target="/ppt/notesMasters/notesMaster1.xml" Id="R4aa6b2b9a3c042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a447cb8c0463c" /><Relationship Type="http://schemas.openxmlformats.org/officeDocument/2006/relationships/notesMaster" Target="/ppt/notesMasters/notesMaster1.xml" Id="R7e417e89f59a43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Отчет о прохождении производственной практики, кейс 5</a:t>
            </a:r>
          </a:p>
          <a:p xmlns:a="http://schemas.openxmlformats.org/drawingml/2006/main">
            <a:r>
              <a:t>- Прототип «Дружба Notes», локальный проект практики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/Users/alex/Downloads/Practice Synergy/Practice_Project/screenshots/notes-list-mobile.png</a:t>
            </a:r>
          </a:p>
          <a:p xmlns:a="http://schemas.openxmlformats.org/drawingml/2006/main">
            <a:r>
              <a:t>- README и исходный код прототипа «Дружба Notes»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Согласованный сценарий кейса 5 в отчете по практике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Сценарная оценка трех пользовательских профилей, раздел 5 отчета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/Users/alex/Downloads/Practice Synergy/Practice_Project/screenshots/notes-editor-mobile.png</a:t>
            </a:r>
          </a:p>
          <a:p xmlns:a="http://schemas.openxmlformats.org/drawingml/2006/main">
            <a:r>
              <a:t>- Наблюдения и рекомендации по сценарной оценке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Итоги кейса 5 в отчете по практике</a:t>
            </a:r>
          </a:p>
          <a:p xmlns:a="http://schemas.openxmlformats.org/drawingml/2006/main">
            <a:r>
              <a:t>- https://lattelix.github.io/druzhba-notes-practice/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f31dda8c0244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88e8b61ee54c82" /><Relationship Type="http://schemas.openxmlformats.org/officeDocument/2006/relationships/slideLayout" Target="/ppt/slideLayouts/slideLayout1.xml" Id="Rdcaef1d27be242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aef1d27be242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956f1254743c4" /><Relationship Type="http://schemas.openxmlformats.org/officeDocument/2006/relationships/notesSlide" Target="/ppt/notesSlides/notesSlide1.xml" Id="Rda8da48cf98f4f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643b140cf4f1f" /><Relationship Type="http://schemas.openxmlformats.org/officeDocument/2006/relationships/image" Target="/ppt/media/image.png" Id="Rf29f5862333543b6" /><Relationship Type="http://schemas.openxmlformats.org/officeDocument/2006/relationships/notesSlide" Target="/ppt/notesSlides/notesSlide2.xml" Id="Rf2a6dcefe9a546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54440bbb641d7" /><Relationship Type="http://schemas.openxmlformats.org/officeDocument/2006/relationships/notesSlide" Target="/ppt/notesSlides/notesSlide3.xml" Id="R1ea541e8db0941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8631949d24282" /><Relationship Type="http://schemas.openxmlformats.org/officeDocument/2006/relationships/notesSlide" Target="/ppt/notesSlides/notesSlide4.xml" Id="Rb6d44195c03f40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086e6d0a64b35" /><Relationship Type="http://schemas.openxmlformats.org/officeDocument/2006/relationships/image" Target="/ppt/media/image2.png" Id="R048e147ca7ab4a76" /><Relationship Type="http://schemas.openxmlformats.org/officeDocument/2006/relationships/notesSlide" Target="/ppt/notesSlides/notesSlide5.xml" Id="Rb8e98f502b3442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8bf55c24d4b35" /><Relationship Type="http://schemas.openxmlformats.org/officeDocument/2006/relationships/notesSlide" Target="/ppt/notesSlides/notesSlide6.xml" Id="R298259ecc552469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5651B19C-7CB0-4D4D-A0BE-37799DD9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Юзабилити-тестирование
«Дружба Notes»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45BB691-C08C-4BF5-A29F-F6AF6D8B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Кейс 5. Дахно Александр Дмитриевич
Группа ОБИ-32309ННГвр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EF4A8CC-8287-431A-87C5-F2BF0A76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ПРОИЗВОДСТВЕННАЯ ПРАКТИКА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9C441-6C88-4E7B-8E00-EE30E2E0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7356621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74C0832-A162-42D6-AD34-C74F1C6F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AB8F68A-9B1C-4E91-A9B4-7AB82009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Что проверялось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C24B6CAE-68E7-4601-9C02-341DAF60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Продукт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Мобильное приложение для рабочих заметок ИТ-отдела ООО «ДОЛ «Дружба».
Основные операции: создание, редактирование, поиск и удаление заметок.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351A318E-26BA-4990-83EB-4DA33FB3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DB2E6C-73D0-4131-9101-99F60144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  <p:sp>
        <p:nvSpPr>
          <p:cNvPr id="6" name="Goal-title">
            <a:extLst xmlns:a="http://schemas.openxmlformats.org/drawingml/2006/main">
              <a:ext uri="{FF2B5EF4-FFF2-40B4-BE49-F238E27FC236}">
                <a16:creationId xmlns:a16="http://schemas.microsoft.com/office/drawing/2014/main" id="{BC1865CA-F410-4C15-8AB7-26746126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Цель</a:t>
            </a:r>
          </a:p>
        </p:txBody>
      </p:sp>
      <p:sp>
        <p:nvSpPr>
          <p:cNvPr id="7" name="Goal-body">
            <a:extLst xmlns:a="http://schemas.openxmlformats.org/drawingml/2006/main">
              <a:ext uri="{FF2B5EF4-FFF2-40B4-BE49-F238E27FC236}">
                <a16:creationId xmlns:a16="http://schemas.microsoft.com/office/drawing/2014/main" id="{518F2E33-4DA6-4986-9080-74F55A51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571750"/>
            <a:ext cx="2952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Проверить понятность интерфейса на трех пользовательских профилях и подтвердить корректность основных операций.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f5862333543b6"/>
          <a:stretch xmlns:a="http://schemas.openxmlformats.org/drawingml/2006/main"/>
        </p:blipFill>
        <p:spPr>
          <a:xfrm xmlns:a="http://schemas.openxmlformats.org/drawingml/2006/main">
            <a:off x="9667875" y="1669439"/>
            <a:ext cx="2000250" cy="4328746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</p:spTree>
    <p:extLst>
      <p:ext uri="{BB962C8B-B14F-4D97-AF65-F5344CB8AC3E}">
        <p14:creationId xmlns:p14="http://schemas.microsoft.com/office/powerpoint/2010/main" val="18716895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FC4C2485-7666-4853-B7E2-BF4E431F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2E05B70-73DF-4011-92D8-4BD0F2B3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Методика: 4 задания</a:t>
            </a:r>
          </a:p>
        </p:txBody>
      </p:sp>
      <p:cxnSp>
        <p:nvCxnSpPr>
          <p:cNvPr id="1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ABD9B861-9D7F-406A-A987-F73F6AF9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5C7837A-9782-41B5-AD22-2A7337A5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B50A0A0-C3AE-4CA1-A28D-FA6A2F1D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38300715-046E-4A4B-8609-E4E1F7B6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ЗАДАНИЕ 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3D9103FB-3F98-4FF6-BC94-546B42DE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ЗАДАНИЯ 2–3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D946A12F-4541-49BA-8BA1-83FEE632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ЗАДАНИЕ 4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9950D14C-7386-4FD4-89AE-FF02B5B6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Найти и изменить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Найти запись по слову «резервное» и добавить ответственного.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3BA93706-504B-4B21-AEF9-F43D4141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Создать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Создать заметку «Подготовка смены: IT».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A2959DF7-A024-40B5-9451-C46D7AB0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Удалить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Удалить запись и подтвердить действие.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348AE-94F4-4D2B-9707-2FA4FD46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9436953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2C698FE1-EBB8-4E05-B420-D28C606B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AA488DB5-74C0-4A05-BE98-D661E44F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9D8998BE-83E8-43D1-963B-E9D39B2D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D4EAEB40-8D8C-4F27-9616-4740C3DE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866F94FE-7EDA-4EE7-AC2C-7C0F4CCA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Результаты сценарной оценки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CE03EB20-6B77-4968-BF36-3A0E0139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заданий без подсказок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C516F7E-77AC-4B14-BABE-F23CA996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критических ошибок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DC87F7CC-5B1B-462D-88EC-46FB2656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среднее время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A8A272CD-9328-49AC-9641-2DE7C3C1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91,7%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8FFE0E7D-19C3-4CA3-BBB1-4E142DFC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2:35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E3C13501-8882-4167-9E4D-2EF5A42E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8F98E83E-8F7A-4080-83FC-3115DB23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Три обезличенных профиля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Студент: 4/4 за 1:48. Администратор: 4/4 за 2:36. Технический специалист: 3/4 без подсказок за 3:21.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4B75C-7A52-4E52-82F8-A617A5F4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438471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6509885-682B-45F4-AD9B-EEB52ADC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279680C-2065-4CAC-9F64-5F74AF4D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Наблюдения и доработки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C4438B66-85DE-4267-BAEE-93076C65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Что подтверждено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3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Основной сценарий понятен. После сохранения не хватает явной обратной связи. Ручной ввод даты создает исправимую ошибку. Поиск и значки вызывают короткие паузы.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2AEA153A-ED7F-4269-91A9-17926296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5BA4D-8ED5-4041-934C-D558F70D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  <p:sp>
        <p:nvSpPr>
          <p:cNvPr id="6" name="Recommendations-title">
            <a:extLst xmlns:a="http://schemas.openxmlformats.org/drawingml/2006/main">
              <a:ext uri="{FF2B5EF4-FFF2-40B4-BE49-F238E27FC236}">
                <a16:creationId xmlns:a16="http://schemas.microsoft.com/office/drawing/2014/main" id="{58FA6DCE-8302-497F-A416-5E9C5837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309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Рекомендации</a:t>
            </a:r>
          </a:p>
        </p:txBody>
      </p:sp>
      <p:sp>
        <p:nvSpPr>
          <p:cNvPr id="7" name="Recommendations-body">
            <a:extLst xmlns:a="http://schemas.openxmlformats.org/drawingml/2006/main">
              <a:ext uri="{FF2B5EF4-FFF2-40B4-BE49-F238E27FC236}">
                <a16:creationId xmlns:a16="http://schemas.microsoft.com/office/drawing/2014/main" id="{A1F79EEF-37B9-413C-A925-4FEBDD6D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571750"/>
            <a:ext cx="309562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3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3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Показывать уведомление «Сохранено». Добавить календарь или маску даты. Сделать поиск заметнее. Добавить подсказки к значкам.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e147ca7ab4a76"/>
          <a:stretch xmlns:a="http://schemas.openxmlformats.org/drawingml/2006/main"/>
        </p:blipFill>
        <p:spPr>
          <a:xfrm xmlns:a="http://schemas.openxmlformats.org/drawingml/2006/main">
            <a:off x="9765721" y="1809750"/>
            <a:ext cx="1804559" cy="390525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</p:spTree>
    <p:extLst>
      <p:ext uri="{BB962C8B-B14F-4D97-AF65-F5344CB8AC3E}">
        <p14:creationId xmlns:p14="http://schemas.microsoft.com/office/powerpoint/2010/main" val="10804310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15048D9E-7E72-45D5-8972-9AD8B457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Основной сценарий
подтвержден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AE3EB3B-D51F-4EE8-82A7-C384E5B3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11 из 12 заданий без подсказок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Критических ошибок нет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Приоритет: обратная связь и ввод даты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1A677F0E-1F72-4DF1-9D09-6DF7AEDD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ИТОГ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A9A96-DB3E-4039-985D-A06A28AA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945575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2026-09-01T05:38:43.6880000Z</dcterms:created>
  <dcterms:modified xsi:type="dcterms:W3CDTF">2026-09-01T05:38:43.6880000Z</dcterms:modified>
</coreProperties>
</file>